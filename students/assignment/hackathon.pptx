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4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0" r:id="rId7"/>
    <p:sldId id="266" r:id="rId8"/>
    <p:sldId id="265" r:id="rId9"/>
    <p:sldId id="262" r:id="rId10"/>
    <p:sldId id="267" r:id="rId11"/>
    <p:sldId id="264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44" autoAdjust="0"/>
    <p:restoredTop sz="94660"/>
  </p:normalViewPr>
  <p:slideViewPr>
    <p:cSldViewPr snapToGrid="0">
      <p:cViewPr varScale="1">
        <p:scale>
          <a:sx n="76" d="100"/>
          <a:sy n="76" d="100"/>
        </p:scale>
        <p:origin x="4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94B5A5-A983-4014-9D23-9B86CFC4E470}" type="datetimeFigureOut">
              <a:rPr lang="en-IN" smtClean="0"/>
              <a:t>06-10-2022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5002DB-08C2-48BC-90FD-1571AE39B3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575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5002DB-08C2-48BC-90FD-1571AE39B33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570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5002DB-08C2-48BC-90FD-1571AE39B33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059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140400" y="2342033"/>
            <a:ext cx="9911200" cy="2174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85929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bg>
      <p:bgPr>
        <a:gradFill>
          <a:gsLst>
            <a:gs pos="0">
              <a:schemeClr val="accent3"/>
            </a:gs>
            <a:gs pos="50000">
              <a:schemeClr val="accent1"/>
            </a:gs>
            <a:gs pos="100000">
              <a:schemeClr val="dk2"/>
            </a:gs>
          </a:gsLst>
          <a:lin ang="13500032" scaled="0"/>
        </a:gra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1140400" y="2672333"/>
            <a:ext cx="9911200" cy="86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6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64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6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64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64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64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64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64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6400">
                <a:solidFill>
                  <a:schemeClr val="dk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140400" y="3664069"/>
            <a:ext cx="9911200" cy="52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2pPr>
            <a:lvl3pPr lvl="2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5pPr>
            <a:lvl6pPr lvl="5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6pPr>
            <a:lvl7pPr lvl="6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7pPr>
            <a:lvl8pPr lvl="7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8pPr>
            <a:lvl9pPr lvl="8" rtl="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6078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1"/>
            </a:gs>
          </a:gsLst>
          <a:lin ang="13500032" scaled="0"/>
        </a:gra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0"/>
            <a:ext cx="121919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140400" y="2882400"/>
            <a:ext cx="9911200" cy="109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55878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Inria Serif"/>
              <a:buChar char="◺"/>
              <a:defRPr sz="4000" b="1" i="1">
                <a:solidFill>
                  <a:schemeClr val="accent3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1219170" lvl="1" indent="-558786" algn="ctr" rtl="0"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Inria Serif"/>
              <a:buChar char="◺"/>
              <a:defRPr sz="4000" b="1" i="1">
                <a:solidFill>
                  <a:schemeClr val="accent3"/>
                </a:solidFill>
                <a:latin typeface="Inria Serif"/>
                <a:ea typeface="Inria Serif"/>
                <a:cs typeface="Inria Serif"/>
                <a:sym typeface="Inria Serif"/>
              </a:defRPr>
            </a:lvl2pPr>
            <a:lvl3pPr marL="1828754" lvl="2" indent="-558786" algn="ctr" rtl="0"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Inria Serif"/>
              <a:buChar char="■"/>
              <a:defRPr sz="4000" b="1" i="1">
                <a:solidFill>
                  <a:schemeClr val="accent3"/>
                </a:solidFill>
                <a:latin typeface="Inria Serif"/>
                <a:ea typeface="Inria Serif"/>
                <a:cs typeface="Inria Serif"/>
                <a:sym typeface="Inria Serif"/>
              </a:defRPr>
            </a:lvl3pPr>
            <a:lvl4pPr marL="2438339" lvl="3" indent="-558786" algn="ctr" rtl="0"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Inria Serif"/>
              <a:buChar char="●"/>
              <a:defRPr sz="4000" b="1" i="1">
                <a:solidFill>
                  <a:schemeClr val="accent3"/>
                </a:solidFill>
                <a:latin typeface="Inria Serif"/>
                <a:ea typeface="Inria Serif"/>
                <a:cs typeface="Inria Serif"/>
                <a:sym typeface="Inria Serif"/>
              </a:defRPr>
            </a:lvl4pPr>
            <a:lvl5pPr marL="3047924" lvl="4" indent="-558786" algn="ctr" rtl="0"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Inria Serif"/>
              <a:buChar char="○"/>
              <a:defRPr sz="4000" b="1" i="1">
                <a:solidFill>
                  <a:schemeClr val="accent3"/>
                </a:solidFill>
                <a:latin typeface="Inria Serif"/>
                <a:ea typeface="Inria Serif"/>
                <a:cs typeface="Inria Serif"/>
                <a:sym typeface="Inria Serif"/>
              </a:defRPr>
            </a:lvl5pPr>
            <a:lvl6pPr marL="3657509" lvl="5" indent="-558786" algn="ctr" rtl="0"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Inria Serif"/>
              <a:buChar char="■"/>
              <a:defRPr sz="4000" b="1" i="1">
                <a:solidFill>
                  <a:schemeClr val="accent3"/>
                </a:solidFill>
                <a:latin typeface="Inria Serif"/>
                <a:ea typeface="Inria Serif"/>
                <a:cs typeface="Inria Serif"/>
                <a:sym typeface="Inria Serif"/>
              </a:defRPr>
            </a:lvl6pPr>
            <a:lvl7pPr marL="4267093" lvl="6" indent="-558786" algn="ctr" rtl="0"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Inria Serif"/>
              <a:buChar char="●"/>
              <a:defRPr sz="4000" b="1" i="1">
                <a:solidFill>
                  <a:schemeClr val="accent3"/>
                </a:solidFill>
                <a:latin typeface="Inria Serif"/>
                <a:ea typeface="Inria Serif"/>
                <a:cs typeface="Inria Serif"/>
                <a:sym typeface="Inria Serif"/>
              </a:defRPr>
            </a:lvl7pPr>
            <a:lvl8pPr marL="4876678" lvl="7" indent="-558786" algn="ctr" rtl="0"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Inria Serif"/>
              <a:buChar char="○"/>
              <a:defRPr sz="4000" b="1" i="1">
                <a:solidFill>
                  <a:schemeClr val="accent3"/>
                </a:solidFill>
                <a:latin typeface="Inria Serif"/>
                <a:ea typeface="Inria Serif"/>
                <a:cs typeface="Inria Serif"/>
                <a:sym typeface="Inria Serif"/>
              </a:defRPr>
            </a:lvl8pPr>
            <a:lvl9pPr marL="5486263" lvl="8" indent="-558786" algn="ctr" rtl="0"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3000"/>
              <a:buFont typeface="Inria Serif"/>
              <a:buChar char="■"/>
              <a:defRPr sz="4000" b="1" i="1">
                <a:solidFill>
                  <a:schemeClr val="accent3"/>
                </a:solidFill>
                <a:latin typeface="Inria Serif"/>
                <a:ea typeface="Inria Serif"/>
                <a:cs typeface="Inria Serif"/>
                <a:sym typeface="Inria Serif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Google Shape;19;p4"/>
          <p:cNvSpPr txBox="1"/>
          <p:nvPr/>
        </p:nvSpPr>
        <p:spPr>
          <a:xfrm>
            <a:off x="4791200" y="507992"/>
            <a:ext cx="2609600" cy="8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b="1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rPr>
              <a:t>“</a:t>
            </a:r>
            <a:endParaRPr sz="9600" b="1">
              <a:solidFill>
                <a:schemeClr val="lt1"/>
              </a:solidFill>
              <a:latin typeface="Inria Serif"/>
              <a:ea typeface="Inria Serif"/>
              <a:cs typeface="Inria Serif"/>
              <a:sym typeface="Inria Serif"/>
            </a:endParaRPr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1205845" y="62315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accent3"/>
                </a:solidFill>
              </a:defRPr>
            </a:lvl1pPr>
            <a:lvl2pPr lvl="1" rtl="0">
              <a:buNone/>
              <a:defRPr>
                <a:solidFill>
                  <a:schemeClr val="accent3"/>
                </a:solidFill>
              </a:defRPr>
            </a:lvl2pPr>
            <a:lvl3pPr lvl="2" rtl="0">
              <a:buNone/>
              <a:defRPr>
                <a:solidFill>
                  <a:schemeClr val="accent3"/>
                </a:solidFill>
              </a:defRPr>
            </a:lvl3pPr>
            <a:lvl4pPr lvl="3" rtl="0">
              <a:buNone/>
              <a:defRPr>
                <a:solidFill>
                  <a:schemeClr val="accent3"/>
                </a:solidFill>
              </a:defRPr>
            </a:lvl4pPr>
            <a:lvl5pPr lvl="4" rtl="0">
              <a:buNone/>
              <a:defRPr>
                <a:solidFill>
                  <a:schemeClr val="accent3"/>
                </a:solidFill>
              </a:defRPr>
            </a:lvl5pPr>
            <a:lvl6pPr lvl="5" rtl="0">
              <a:buNone/>
              <a:defRPr>
                <a:solidFill>
                  <a:schemeClr val="accent3"/>
                </a:solidFill>
              </a:defRPr>
            </a:lvl6pPr>
            <a:lvl7pPr lvl="6" rtl="0">
              <a:buNone/>
              <a:defRPr>
                <a:solidFill>
                  <a:schemeClr val="accent3"/>
                </a:solidFill>
              </a:defRPr>
            </a:lvl7pPr>
            <a:lvl8pPr lvl="7" rtl="0">
              <a:buNone/>
              <a:defRPr>
                <a:solidFill>
                  <a:schemeClr val="accent3"/>
                </a:solidFill>
              </a:defRPr>
            </a:lvl8pPr>
            <a:lvl9pPr lvl="8" rtl="0">
              <a:buNone/>
              <a:defRPr>
                <a:solidFill>
                  <a:schemeClr val="accent3"/>
                </a:solidFill>
              </a:defRPr>
            </a:lvl9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1" name="Google Shape;21;p4"/>
          <p:cNvSpPr txBox="1"/>
          <p:nvPr/>
        </p:nvSpPr>
        <p:spPr>
          <a:xfrm>
            <a:off x="4791200" y="5478392"/>
            <a:ext cx="2609600" cy="8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b="1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rPr>
              <a:t>”</a:t>
            </a:r>
            <a:endParaRPr sz="9600" b="1">
              <a:solidFill>
                <a:schemeClr val="lt1"/>
              </a:solidFill>
              <a:latin typeface="Inria Serif"/>
              <a:ea typeface="Inria Serif"/>
              <a:cs typeface="Inria Serif"/>
              <a:sym typeface="Inria Serif"/>
            </a:endParaRPr>
          </a:p>
        </p:txBody>
      </p:sp>
    </p:spTree>
    <p:extLst>
      <p:ext uri="{BB962C8B-B14F-4D97-AF65-F5344CB8AC3E}">
        <p14:creationId xmlns:p14="http://schemas.microsoft.com/office/powerpoint/2010/main" val="22412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1140400" y="1114667"/>
            <a:ext cx="9911200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1140400" y="2008463"/>
            <a:ext cx="9911200" cy="404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507987" rtl="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1pPr>
            <a:lvl2pPr marL="1219170" lvl="1" indent="-507987" rtl="0">
              <a:spcBef>
                <a:spcPts val="800"/>
              </a:spcBef>
              <a:spcAft>
                <a:spcPts val="0"/>
              </a:spcAft>
              <a:buSzPts val="2400"/>
              <a:buChar char="▹"/>
              <a:defRPr/>
            </a:lvl2pPr>
            <a:lvl3pPr marL="1828754" lvl="2" indent="-507987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marL="2438339" lvl="3" indent="-507987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3047924" lvl="4" indent="-507987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3657509" lvl="5" indent="-507987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4267093" lvl="6" indent="-507987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4876678" lvl="7" indent="-507987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5486263" lvl="8" indent="-507987" rtl="0"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1205845" y="62315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344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1140400" y="1114667"/>
            <a:ext cx="9911200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1140367" y="2008467"/>
            <a:ext cx="4630800" cy="372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0"/>
              </a:spcBef>
              <a:spcAft>
                <a:spcPts val="0"/>
              </a:spcAft>
              <a:buSzPts val="2000"/>
              <a:buChar char="◺"/>
              <a:defRPr sz="2667"/>
            </a:lvl1pPr>
            <a:lvl2pPr marL="1219170" lvl="1" indent="-474121" rtl="0">
              <a:spcBef>
                <a:spcPts val="800"/>
              </a:spcBef>
              <a:spcAft>
                <a:spcPts val="0"/>
              </a:spcAft>
              <a:buSzPts val="2000"/>
              <a:buChar char="◺"/>
              <a:defRPr sz="2667"/>
            </a:lvl2pPr>
            <a:lvl3pPr marL="1828754" lvl="2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66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6420799" y="2008467"/>
            <a:ext cx="4630800" cy="372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0"/>
              </a:spcBef>
              <a:spcAft>
                <a:spcPts val="0"/>
              </a:spcAft>
              <a:buSzPts val="2000"/>
              <a:buChar char="◺"/>
              <a:defRPr sz="2667"/>
            </a:lvl1pPr>
            <a:lvl2pPr marL="1219170" lvl="1" indent="-474121" rtl="0">
              <a:spcBef>
                <a:spcPts val="800"/>
              </a:spcBef>
              <a:spcAft>
                <a:spcPts val="0"/>
              </a:spcAft>
              <a:buSzPts val="2000"/>
              <a:buChar char="◺"/>
              <a:defRPr sz="2667"/>
            </a:lvl2pPr>
            <a:lvl3pPr marL="1828754" lvl="2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66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05845" y="62315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783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1140400" y="1114667"/>
            <a:ext cx="9911200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1140400" y="2008467"/>
            <a:ext cx="3087600" cy="39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◺"/>
              <a:defRPr sz="2400"/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◺"/>
              <a:defRPr sz="2400"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2"/>
          </p:nvPr>
        </p:nvSpPr>
        <p:spPr>
          <a:xfrm>
            <a:off x="4552265" y="2008467"/>
            <a:ext cx="3087600" cy="39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◺"/>
              <a:defRPr sz="2400"/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◺"/>
              <a:defRPr sz="2400"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3"/>
          </p:nvPr>
        </p:nvSpPr>
        <p:spPr>
          <a:xfrm>
            <a:off x="7964129" y="2008467"/>
            <a:ext cx="3087600" cy="39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◺"/>
              <a:defRPr sz="2400"/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◺"/>
              <a:defRPr sz="2400"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1205845" y="62315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25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1140400" y="1114667"/>
            <a:ext cx="9911200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11205845" y="62315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829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1140400" y="5875067"/>
            <a:ext cx="9911200" cy="69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rtl="0">
              <a:spcBef>
                <a:spcPts val="0"/>
              </a:spcBef>
              <a:spcAft>
                <a:spcPts val="800"/>
              </a:spcAft>
              <a:buSzPts val="1600"/>
              <a:buNone/>
              <a:defRPr sz="2133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11205845" y="62315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810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For light background colors" type="blank">
  <p:cSld name="Blank - For light background color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11205845" y="62315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0" name="Google Shape;50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9752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For medium background colors">
  <p:cSld name="Blank - For medium background colors">
    <p:bg>
      <p:bgPr>
        <a:gradFill>
          <a:gsLst>
            <a:gs pos="0">
              <a:schemeClr val="accent3"/>
            </a:gs>
            <a:gs pos="50000">
              <a:schemeClr val="accent1"/>
            </a:gs>
            <a:gs pos="100000">
              <a:schemeClr val="dk2"/>
            </a:gs>
          </a:gsLst>
          <a:lin ang="13500032" scaled="0"/>
        </a:gra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11205845" y="62315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3" name="Google Shape;5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3298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For dark background colors">
  <p:cSld name="Blank - For dark background colors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1"/>
            </a:gs>
          </a:gsLst>
          <a:lin ang="13500032" scaled="0"/>
        </a:gra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0"/>
            <a:ext cx="121919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2"/>
          <p:cNvSpPr txBox="1">
            <a:spLocks noGrp="1"/>
          </p:cNvSpPr>
          <p:nvPr>
            <p:ph type="sldNum" idx="12"/>
          </p:nvPr>
        </p:nvSpPr>
        <p:spPr>
          <a:xfrm>
            <a:off x="11205845" y="62315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accent3"/>
                </a:solidFill>
              </a:defRPr>
            </a:lvl1pPr>
            <a:lvl2pPr lvl="1" rtl="0">
              <a:buNone/>
              <a:defRPr>
                <a:solidFill>
                  <a:schemeClr val="accent3"/>
                </a:solidFill>
              </a:defRPr>
            </a:lvl2pPr>
            <a:lvl3pPr lvl="2" rtl="0">
              <a:buNone/>
              <a:defRPr>
                <a:solidFill>
                  <a:schemeClr val="accent3"/>
                </a:solidFill>
              </a:defRPr>
            </a:lvl3pPr>
            <a:lvl4pPr lvl="3" rtl="0">
              <a:buNone/>
              <a:defRPr>
                <a:solidFill>
                  <a:schemeClr val="accent3"/>
                </a:solidFill>
              </a:defRPr>
            </a:lvl4pPr>
            <a:lvl5pPr lvl="4" rtl="0">
              <a:buNone/>
              <a:defRPr>
                <a:solidFill>
                  <a:schemeClr val="accent3"/>
                </a:solidFill>
              </a:defRPr>
            </a:lvl5pPr>
            <a:lvl6pPr lvl="5" rtl="0">
              <a:buNone/>
              <a:defRPr>
                <a:solidFill>
                  <a:schemeClr val="accent3"/>
                </a:solidFill>
              </a:defRPr>
            </a:lvl6pPr>
            <a:lvl7pPr lvl="6" rtl="0">
              <a:buNone/>
              <a:defRPr>
                <a:solidFill>
                  <a:schemeClr val="accent3"/>
                </a:solidFill>
              </a:defRPr>
            </a:lvl7pPr>
            <a:lvl8pPr lvl="7" rtl="0">
              <a:buNone/>
              <a:defRPr>
                <a:solidFill>
                  <a:schemeClr val="accent3"/>
                </a:solidFill>
              </a:defRPr>
            </a:lvl8pPr>
            <a:lvl9pPr lvl="8" rtl="0">
              <a:buNone/>
              <a:defRPr>
                <a:solidFill>
                  <a:schemeClr val="accent3"/>
                </a:solidFill>
              </a:defRPr>
            </a:lvl9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56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smtClean="0"/>
              <a:t>10/6/2022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4386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50000">
              <a:schemeClr val="lt2"/>
            </a:gs>
            <a:gs pos="100000">
              <a:schemeClr val="accent3"/>
            </a:gs>
          </a:gsLst>
          <a:lin ang="1350003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140400" y="1114667"/>
            <a:ext cx="9911200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Inria Serif"/>
              <a:buNone/>
              <a:defRPr sz="3200" b="1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Inria Serif"/>
              <a:buNone/>
              <a:defRPr sz="3200" b="1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Inria Serif"/>
              <a:buNone/>
              <a:defRPr sz="3200" b="1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Inria Serif"/>
              <a:buNone/>
              <a:defRPr sz="3200" b="1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Inria Serif"/>
              <a:buNone/>
              <a:defRPr sz="3200" b="1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Inria Serif"/>
              <a:buNone/>
              <a:defRPr sz="3200" b="1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Inria Serif"/>
              <a:buNone/>
              <a:defRPr sz="3200" b="1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Inria Serif"/>
              <a:buNone/>
              <a:defRPr sz="3200" b="1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Inria Serif"/>
              <a:buNone/>
              <a:defRPr sz="3200" b="1">
                <a:solidFill>
                  <a:schemeClr val="dk2"/>
                </a:solidFill>
                <a:latin typeface="Inria Serif"/>
                <a:ea typeface="Inria Serif"/>
                <a:cs typeface="Inria Serif"/>
                <a:sym typeface="Inria Serif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140400" y="2008463"/>
            <a:ext cx="9911200" cy="40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Inria Sans Light"/>
              <a:buChar char="◺"/>
              <a:defRPr sz="2400">
                <a:solidFill>
                  <a:schemeClr val="dk1"/>
                </a:solidFill>
                <a:latin typeface="Inria Sans Light"/>
                <a:ea typeface="Inria Sans Light"/>
                <a:cs typeface="Inria Sans Light"/>
                <a:sym typeface="Inria Sans Light"/>
              </a:defRPr>
            </a:lvl1pPr>
            <a:lvl2pPr marL="914400" lvl="1" indent="-381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Inria Sans Light"/>
              <a:buChar char="◺"/>
              <a:defRPr sz="2400">
                <a:solidFill>
                  <a:schemeClr val="dk1"/>
                </a:solidFill>
                <a:latin typeface="Inria Sans Light"/>
                <a:ea typeface="Inria Sans Light"/>
                <a:cs typeface="Inria Sans Light"/>
                <a:sym typeface="Inria Sans Light"/>
              </a:defRPr>
            </a:lvl2pPr>
            <a:lvl3pPr marL="1371600" lvl="2" indent="-381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Inria Sans Light"/>
              <a:buChar char="■"/>
              <a:defRPr sz="2400">
                <a:solidFill>
                  <a:schemeClr val="dk1"/>
                </a:solidFill>
                <a:latin typeface="Inria Sans Light"/>
                <a:ea typeface="Inria Sans Light"/>
                <a:cs typeface="Inria Sans Light"/>
                <a:sym typeface="Inria Sans Light"/>
              </a:defRPr>
            </a:lvl3pPr>
            <a:lvl4pPr marL="1828800" lvl="3" indent="-381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 Light"/>
              <a:buChar char="●"/>
              <a:defRPr sz="2400">
                <a:solidFill>
                  <a:schemeClr val="dk1"/>
                </a:solidFill>
                <a:latin typeface="Inria Sans Light"/>
                <a:ea typeface="Inria Sans Light"/>
                <a:cs typeface="Inria Sans Light"/>
                <a:sym typeface="Inria Sans Light"/>
              </a:defRPr>
            </a:lvl4pPr>
            <a:lvl5pPr marL="2286000" lvl="4" indent="-381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 Light"/>
              <a:buChar char="○"/>
              <a:defRPr sz="2400">
                <a:solidFill>
                  <a:schemeClr val="dk1"/>
                </a:solidFill>
                <a:latin typeface="Inria Sans Light"/>
                <a:ea typeface="Inria Sans Light"/>
                <a:cs typeface="Inria Sans Light"/>
                <a:sym typeface="Inria Sans Light"/>
              </a:defRPr>
            </a:lvl5pPr>
            <a:lvl6pPr marL="2743200" lvl="5" indent="-381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 Light"/>
              <a:buChar char="■"/>
              <a:defRPr sz="2400">
                <a:solidFill>
                  <a:schemeClr val="dk1"/>
                </a:solidFill>
                <a:latin typeface="Inria Sans Light"/>
                <a:ea typeface="Inria Sans Light"/>
                <a:cs typeface="Inria Sans Light"/>
                <a:sym typeface="Inria Sans Light"/>
              </a:defRPr>
            </a:lvl6pPr>
            <a:lvl7pPr marL="3200400" lvl="6" indent="-381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 Light"/>
              <a:buChar char="●"/>
              <a:defRPr sz="2400">
                <a:solidFill>
                  <a:schemeClr val="dk1"/>
                </a:solidFill>
                <a:latin typeface="Inria Sans Light"/>
                <a:ea typeface="Inria Sans Light"/>
                <a:cs typeface="Inria Sans Light"/>
                <a:sym typeface="Inria Sans Light"/>
              </a:defRPr>
            </a:lvl7pPr>
            <a:lvl8pPr marL="3657600" lvl="7" indent="-381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 Light"/>
              <a:buChar char="○"/>
              <a:defRPr sz="2400">
                <a:solidFill>
                  <a:schemeClr val="dk1"/>
                </a:solidFill>
                <a:latin typeface="Inria Sans Light"/>
                <a:ea typeface="Inria Sans Light"/>
                <a:cs typeface="Inria Sans Light"/>
                <a:sym typeface="Inria Sans Light"/>
              </a:defRPr>
            </a:lvl8pPr>
            <a:lvl9pPr marL="4114800" lvl="8" indent="-3810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Inria Sans Light"/>
              <a:buChar char="■"/>
              <a:defRPr sz="2400">
                <a:solidFill>
                  <a:schemeClr val="dk1"/>
                </a:solidFill>
                <a:latin typeface="Inria Sans Light"/>
                <a:ea typeface="Inria Sans Light"/>
                <a:cs typeface="Inria Sans Light"/>
                <a:sym typeface="Inria Sans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05845" y="62315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733">
                <a:solidFill>
                  <a:schemeClr val="dk2"/>
                </a:solidFill>
                <a:latin typeface="Inria Sans Light"/>
                <a:ea typeface="Inria Sans Light"/>
                <a:cs typeface="Inria Sans Light"/>
                <a:sym typeface="Inria Sans Light"/>
              </a:defRPr>
            </a:lvl1pPr>
            <a:lvl2pPr lvl="1" algn="r" rtl="0">
              <a:buNone/>
              <a:defRPr sz="1733">
                <a:solidFill>
                  <a:schemeClr val="dk2"/>
                </a:solidFill>
                <a:latin typeface="Inria Sans Light"/>
                <a:ea typeface="Inria Sans Light"/>
                <a:cs typeface="Inria Sans Light"/>
                <a:sym typeface="Inria Sans Light"/>
              </a:defRPr>
            </a:lvl2pPr>
            <a:lvl3pPr lvl="2" algn="r" rtl="0">
              <a:buNone/>
              <a:defRPr sz="1733">
                <a:solidFill>
                  <a:schemeClr val="dk2"/>
                </a:solidFill>
                <a:latin typeface="Inria Sans Light"/>
                <a:ea typeface="Inria Sans Light"/>
                <a:cs typeface="Inria Sans Light"/>
                <a:sym typeface="Inria Sans Light"/>
              </a:defRPr>
            </a:lvl3pPr>
            <a:lvl4pPr lvl="3" algn="r" rtl="0">
              <a:buNone/>
              <a:defRPr sz="1733">
                <a:solidFill>
                  <a:schemeClr val="dk2"/>
                </a:solidFill>
                <a:latin typeface="Inria Sans Light"/>
                <a:ea typeface="Inria Sans Light"/>
                <a:cs typeface="Inria Sans Light"/>
                <a:sym typeface="Inria Sans Light"/>
              </a:defRPr>
            </a:lvl4pPr>
            <a:lvl5pPr lvl="4" algn="r" rtl="0">
              <a:buNone/>
              <a:defRPr sz="1733">
                <a:solidFill>
                  <a:schemeClr val="dk2"/>
                </a:solidFill>
                <a:latin typeface="Inria Sans Light"/>
                <a:ea typeface="Inria Sans Light"/>
                <a:cs typeface="Inria Sans Light"/>
                <a:sym typeface="Inria Sans Light"/>
              </a:defRPr>
            </a:lvl5pPr>
            <a:lvl6pPr lvl="5" algn="r" rtl="0">
              <a:buNone/>
              <a:defRPr sz="1733">
                <a:solidFill>
                  <a:schemeClr val="dk2"/>
                </a:solidFill>
                <a:latin typeface="Inria Sans Light"/>
                <a:ea typeface="Inria Sans Light"/>
                <a:cs typeface="Inria Sans Light"/>
                <a:sym typeface="Inria Sans Light"/>
              </a:defRPr>
            </a:lvl6pPr>
            <a:lvl7pPr lvl="6" algn="r" rtl="0">
              <a:buNone/>
              <a:defRPr sz="1733">
                <a:solidFill>
                  <a:schemeClr val="dk2"/>
                </a:solidFill>
                <a:latin typeface="Inria Sans Light"/>
                <a:ea typeface="Inria Sans Light"/>
                <a:cs typeface="Inria Sans Light"/>
                <a:sym typeface="Inria Sans Light"/>
              </a:defRPr>
            </a:lvl7pPr>
            <a:lvl8pPr lvl="7" algn="r" rtl="0">
              <a:buNone/>
              <a:defRPr sz="1733">
                <a:solidFill>
                  <a:schemeClr val="dk2"/>
                </a:solidFill>
                <a:latin typeface="Inria Sans Light"/>
                <a:ea typeface="Inria Sans Light"/>
                <a:cs typeface="Inria Sans Light"/>
                <a:sym typeface="Inria Sans Light"/>
              </a:defRPr>
            </a:lvl8pPr>
            <a:lvl9pPr lvl="8" algn="r" rtl="0">
              <a:buNone/>
              <a:defRPr sz="1733">
                <a:solidFill>
                  <a:schemeClr val="dk2"/>
                </a:solidFill>
                <a:latin typeface="Inria Sans Light"/>
                <a:ea typeface="Inria Sans Light"/>
                <a:cs typeface="Inria Sans Light"/>
                <a:sym typeface="Inria Sans Light"/>
              </a:defRPr>
            </a:lvl9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88283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ransition>
    <p:fade thruBlk="1"/>
  </p:transition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6700" y="558800"/>
            <a:ext cx="119253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Problem Statement : STUDENT LIFE CYCLE MANAGEMENT SYSTEM </a:t>
            </a:r>
          </a:p>
          <a:p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Problem ID : PID047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Team ID : </a:t>
            </a: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TM001868</a:t>
            </a:r>
          </a:p>
          <a:p>
            <a:endParaRPr lang="en-IN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University : Gujarat Technical University</a:t>
            </a:r>
          </a:p>
          <a:p>
            <a:endParaRPr lang="en-IN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College : Gyanmanjari Institute Of Technology</a:t>
            </a:r>
          </a:p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Team Member 1 :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Soni Krish Hemang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Team Member 2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:Parmar Shailendrasinh Priyrajsinh 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30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5600" y="457200"/>
            <a:ext cx="11836400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+mj-lt"/>
              </a:rPr>
              <a:t>Topics </a:t>
            </a:r>
            <a:r>
              <a:rPr lang="en-US" sz="3200" b="1" dirty="0">
                <a:latin typeface="+mj-lt"/>
              </a:rPr>
              <a:t>covered in this </a:t>
            </a:r>
            <a:r>
              <a:rPr lang="en-US" sz="3200" b="1" dirty="0" smtClean="0">
                <a:latin typeface="+mj-lt"/>
              </a:rPr>
              <a:t>presentation :</a:t>
            </a:r>
          </a:p>
          <a:p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+mj-lt"/>
              </a:rPr>
              <a:t>Existing </a:t>
            </a:r>
            <a:r>
              <a:rPr lang="en-US" sz="2800" dirty="0" smtClean="0">
                <a:latin typeface="+mj-lt"/>
              </a:rPr>
              <a:t>problems.	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>
                <a:latin typeface="+mj-lt"/>
              </a:rPr>
              <a:t>“Online Portal” as a solution for </a:t>
            </a:r>
            <a:r>
              <a:rPr lang="en-US" sz="2800" dirty="0">
                <a:latin typeface="+mj-lt"/>
              </a:rPr>
              <a:t>the </a:t>
            </a:r>
            <a:r>
              <a:rPr lang="en-US" sz="2800" dirty="0" smtClean="0">
                <a:latin typeface="+mj-lt"/>
              </a:rPr>
              <a:t>problem.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 smtClean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>
                <a:latin typeface="+mj-lt"/>
              </a:rPr>
              <a:t>Features of the online portal.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 smtClean="0">
              <a:latin typeface="+mj-lt"/>
            </a:endParaRPr>
          </a:p>
          <a:p>
            <a:r>
              <a:rPr lang="en-US" sz="2800" dirty="0" smtClean="0">
                <a:latin typeface="+mj-lt"/>
              </a:rPr>
              <a:t>4.  </a:t>
            </a:r>
            <a:r>
              <a:rPr lang="en-US" sz="2800" dirty="0" smtClean="0">
                <a:latin typeface="+mj-lt"/>
              </a:rPr>
              <a:t>E-R diagram ,Use-Case diagram and Data flow diagram of the portal.</a:t>
            </a:r>
            <a:endParaRPr lang="en-US" sz="2800" dirty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+mj-lt"/>
            </a:endParaRPr>
          </a:p>
          <a:p>
            <a:r>
              <a:rPr lang="en-US" sz="2800" dirty="0" smtClean="0">
                <a:latin typeface="+mj-lt"/>
              </a:rPr>
              <a:t>5.  Benefits </a:t>
            </a:r>
            <a:r>
              <a:rPr lang="en-US" sz="2800" dirty="0" smtClean="0">
                <a:latin typeface="+mj-lt"/>
              </a:rPr>
              <a:t>to use this online portal instead of </a:t>
            </a:r>
            <a:r>
              <a:rPr lang="en-US" sz="2800" dirty="0" smtClean="0">
                <a:latin typeface="+mj-lt"/>
              </a:rPr>
              <a:t>other existing </a:t>
            </a:r>
            <a:r>
              <a:rPr lang="en-US" sz="2800" dirty="0" smtClean="0">
                <a:latin typeface="+mj-lt"/>
              </a:rPr>
              <a:t>portals. </a:t>
            </a:r>
          </a:p>
          <a:p>
            <a:endParaRPr lang="en-US" sz="2800" dirty="0">
              <a:latin typeface="+mj-lt"/>
            </a:endParaRPr>
          </a:p>
          <a:p>
            <a:r>
              <a:rPr lang="en-US" sz="2800" dirty="0" smtClean="0">
                <a:latin typeface="+mj-lt"/>
              </a:rPr>
              <a:t>6.  Future </a:t>
            </a:r>
            <a:r>
              <a:rPr lang="en-US" sz="2800" dirty="0">
                <a:latin typeface="+mj-lt"/>
              </a:rPr>
              <a:t>d</a:t>
            </a:r>
            <a:r>
              <a:rPr lang="en-US" sz="2800" dirty="0" smtClean="0">
                <a:latin typeface="+mj-lt"/>
              </a:rPr>
              <a:t>evelopment</a:t>
            </a:r>
            <a:r>
              <a:rPr lang="en-US" sz="2800" dirty="0" smtClean="0">
                <a:latin typeface="+mj-lt"/>
              </a:rPr>
              <a:t> </a:t>
            </a:r>
            <a:r>
              <a:rPr lang="en-US" sz="2800" dirty="0" smtClean="0">
                <a:latin typeface="+mj-lt"/>
              </a:rPr>
              <a:t>for the online portal.      </a:t>
            </a:r>
            <a:endParaRPr lang="en-US" sz="2800" dirty="0">
              <a:latin typeface="+mj-lt"/>
            </a:endParaRPr>
          </a:p>
          <a:p>
            <a:pPr algn="ctr"/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72978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2700"/>
            <a:ext cx="121920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+mj-lt"/>
              </a:rPr>
              <a:t>Existing Problems : </a:t>
            </a:r>
          </a:p>
          <a:p>
            <a:endParaRPr lang="en-US" sz="2800" dirty="0" smtClean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+mj-lt"/>
              </a:rPr>
              <a:t>M</a:t>
            </a:r>
            <a:r>
              <a:rPr lang="en-US" sz="2800" dirty="0" smtClean="0">
                <a:latin typeface="+mj-lt"/>
              </a:rPr>
              <a:t>ajority of institutes offer offline courses causing </a:t>
            </a:r>
            <a:r>
              <a:rPr lang="en-US" sz="2800" dirty="0" smtClean="0">
                <a:latin typeface="+mj-lt"/>
              </a:rPr>
              <a:t>students high </a:t>
            </a:r>
            <a:r>
              <a:rPr lang="en-US" sz="2800" dirty="0" smtClean="0">
                <a:latin typeface="+mj-lt"/>
              </a:rPr>
              <a:t>expense consisting of travel, rent, food and other necessary commodities.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 smtClean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>
                <a:latin typeface="+mj-lt"/>
              </a:rPr>
              <a:t>If a student is unable to attend the lecture he/she will not be able to complete the syllabus.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 smtClean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>
                <a:latin typeface="+mj-lt"/>
              </a:rPr>
              <a:t>Important assignments, documents and materials are damaged after </a:t>
            </a:r>
            <a:r>
              <a:rPr lang="en-US" sz="2800" dirty="0" smtClean="0">
                <a:latin typeface="+mj-lt"/>
              </a:rPr>
              <a:t>a  </a:t>
            </a:r>
            <a:r>
              <a:rPr lang="en-US" sz="2800" dirty="0" smtClean="0">
                <a:latin typeface="+mj-lt"/>
              </a:rPr>
              <a:t>period of </a:t>
            </a:r>
            <a:r>
              <a:rPr lang="en-US" sz="2800" dirty="0" smtClean="0">
                <a:latin typeface="+mj-lt"/>
              </a:rPr>
              <a:t>months</a:t>
            </a:r>
            <a:r>
              <a:rPr lang="en-US" sz="2800" dirty="0" smtClean="0">
                <a:latin typeface="+mj-lt"/>
              </a:rPr>
              <a:t>, </a:t>
            </a:r>
            <a:r>
              <a:rPr lang="en-US" sz="2800" dirty="0" smtClean="0">
                <a:latin typeface="+mj-lt"/>
              </a:rPr>
              <a:t>or sometimes unavailable to students when required.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 smtClean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>
                <a:latin typeface="+mj-lt"/>
              </a:rPr>
              <a:t>Notices or quick reminders are unable to reach some students.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 smtClean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>
                <a:latin typeface="+mj-lt"/>
              </a:rPr>
              <a:t>Many online portal exists but are paid and some have limited features, causing this problem to still exist for most of institutes.</a:t>
            </a:r>
          </a:p>
        </p:txBody>
      </p:sp>
    </p:spTree>
    <p:extLst>
      <p:ext uri="{BB962C8B-B14F-4D97-AF65-F5344CB8AC3E}">
        <p14:creationId xmlns:p14="http://schemas.microsoft.com/office/powerpoint/2010/main" val="1221410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2359"/>
            <a:ext cx="12192000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olution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he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xisting Problems :</a:t>
            </a: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online portal consisting of HODs, faculties, students and staff members.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Students can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attend online lectures, removes additional expenses.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Assignments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can be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submitted online, time conservative.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Important documents and materials can be accessed anytime anywhere.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Sudden notices and reminders from faculties can reach student.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Doubts/queries from students can be submitted to respected faculty.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950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254" y="0"/>
            <a:ext cx="6381746" cy="685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9700" y="635000"/>
            <a:ext cx="5670554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Use-Case diagram describes the functions and uses of the system.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diagram explains how the actors work in the system.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does not show how the system works but shows how the system is functioning.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127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000" y="-88900"/>
            <a:ext cx="11823700" cy="95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Features Of The Online Portal :</a:t>
            </a:r>
          </a:p>
          <a:p>
            <a:pPr algn="ctr"/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Students who are unable to attend the lectures can attend via online meetings hosted by faculties.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Assignments can be uploaded by faculties and can be submitted by students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Faculties and students can be categorized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into branch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and semesters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Students can send queries to faculties.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Notices can be sent by faculties.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Leave application can be sent by students to respected faculties.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120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2362200"/>
            <a:ext cx="1968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E-R Diagram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224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700" y="0"/>
            <a:ext cx="83693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" y="292100"/>
            <a:ext cx="36068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endParaRPr lang="en-US" sz="24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Data flow diagram (DFD) in form of context level.</a:t>
            </a:r>
          </a:p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the data flows either into or out of process.</a:t>
            </a:r>
          </a:p>
          <a:p>
            <a:endParaRPr lang="en-US" sz="24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 level DFD’s portray the interactions between external entities and process.</a:t>
            </a:r>
          </a:p>
        </p:txBody>
      </p:sp>
    </p:spTree>
    <p:extLst>
      <p:ext uri="{BB962C8B-B14F-4D97-AF65-F5344CB8AC3E}">
        <p14:creationId xmlns:p14="http://schemas.microsoft.com/office/powerpoint/2010/main" val="4091789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7800" y="-25400"/>
            <a:ext cx="118745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Benefits of using the online portal instead of other existing portals :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main advantage this portal has over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other portals is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that this is a open source.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It has features which are not available in Microsoft teams and in google classroom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(individually).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It is not complex like above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mentioned portals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and easy to adapt.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API of zoom apk is provided so the meetings can be carried out via zoom apk.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As this is a small scale portal, there will be quick feedback and data leaks will never occur.</a:t>
            </a:r>
          </a:p>
        </p:txBody>
      </p:sp>
    </p:spTree>
    <p:extLst>
      <p:ext uri="{BB962C8B-B14F-4D97-AF65-F5344CB8AC3E}">
        <p14:creationId xmlns:p14="http://schemas.microsoft.com/office/powerpoint/2010/main" val="925813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pezoid 1"/>
          <p:cNvSpPr/>
          <p:nvPr/>
        </p:nvSpPr>
        <p:spPr>
          <a:xfrm>
            <a:off x="2819400" y="0"/>
            <a:ext cx="5918200" cy="6858000"/>
          </a:xfrm>
          <a:prstGeom prst="trapezoi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5" name="Up Arrow 4"/>
          <p:cNvSpPr/>
          <p:nvPr/>
        </p:nvSpPr>
        <p:spPr>
          <a:xfrm>
            <a:off x="5445125" y="357882"/>
            <a:ext cx="184150" cy="965200"/>
          </a:xfrm>
          <a:prstGeom prst="up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Up Arrow 5"/>
          <p:cNvSpPr/>
          <p:nvPr/>
        </p:nvSpPr>
        <p:spPr>
          <a:xfrm>
            <a:off x="5445125" y="1897821"/>
            <a:ext cx="184150" cy="1003300"/>
          </a:xfrm>
          <a:prstGeom prst="up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Up Arrow 6"/>
          <p:cNvSpPr/>
          <p:nvPr/>
        </p:nvSpPr>
        <p:spPr>
          <a:xfrm>
            <a:off x="5486400" y="3360668"/>
            <a:ext cx="184150" cy="1003300"/>
          </a:xfrm>
          <a:prstGeom prst="up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Up Arrow 7"/>
          <p:cNvSpPr/>
          <p:nvPr/>
        </p:nvSpPr>
        <p:spPr>
          <a:xfrm>
            <a:off x="5486400" y="5183187"/>
            <a:ext cx="184150" cy="1003300"/>
          </a:xfrm>
          <a:prstGeom prst="up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5710237" y="5330894"/>
            <a:ext cx="2514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Creating a more attractive design 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10237" y="3585672"/>
            <a:ext cx="20891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Adding more features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72137" y="1954247"/>
            <a:ext cx="1612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Creating a domain and data-server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29275" y="511076"/>
            <a:ext cx="20891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Commercializing this portal to universities and institutes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3250" y="634187"/>
            <a:ext cx="3289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Steps for future development</a:t>
            </a:r>
            <a:endParaRPr lang="en-IN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195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9700" y="0"/>
            <a:ext cx="11963400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Future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development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this portal : </a:t>
            </a:r>
          </a:p>
          <a:p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Chat-box can be added.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Attendance sheet can be added showing their time of attending the lecture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To make the portal more interactive for the user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To improve the appearance of the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portal.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Commercializing this project for universities and institutes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By adding charts, reminders , notes, tables and changing actors. We can create a portal for corporate companies which can use it for projects, monthly reports, notices, event info, online meet, etc.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739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6700" y="152400"/>
            <a:ext cx="116459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FEEDBACK</a:t>
            </a:r>
          </a:p>
          <a:p>
            <a:pPr algn="ctr"/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algn="ctr"/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482600" y="1727200"/>
            <a:ext cx="115443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482600" y="2667000"/>
            <a:ext cx="115443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82600" y="3505200"/>
            <a:ext cx="115443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82600" y="4330700"/>
            <a:ext cx="115443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82600" y="5168900"/>
            <a:ext cx="115443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82600" y="5981700"/>
            <a:ext cx="115443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82600" y="6718300"/>
            <a:ext cx="115443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82600" y="990600"/>
            <a:ext cx="115443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09880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ustom 347">
      <a:dk1>
        <a:srgbClr val="424650"/>
      </a:dk1>
      <a:lt1>
        <a:srgbClr val="FFFFFF"/>
      </a:lt1>
      <a:dk2>
        <a:srgbClr val="878A96"/>
      </a:dk2>
      <a:lt2>
        <a:srgbClr val="F6F6F5"/>
      </a:lt2>
      <a:accent1>
        <a:srgbClr val="ABB4B8"/>
      </a:accent1>
      <a:accent2>
        <a:srgbClr val="D6DAE0"/>
      </a:accent2>
      <a:accent3>
        <a:srgbClr val="E7ECF0"/>
      </a:accent3>
      <a:accent4>
        <a:srgbClr val="A99282"/>
      </a:accent4>
      <a:accent5>
        <a:srgbClr val="D1B8B0"/>
      </a:accent5>
      <a:accent6>
        <a:srgbClr val="DBCEC4"/>
      </a:accent6>
      <a:hlink>
        <a:srgbClr val="7E87A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A6A2C27-00E7-425A-9F24-6703F2F4B518}" vid="{BE26C220-CF0E-415C-BDBD-AB532784C0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360</TotalTime>
  <Words>592</Words>
  <Application>Microsoft Office PowerPoint</Application>
  <PresentationFormat>Widescreen</PresentationFormat>
  <Paragraphs>143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Inria Sans Light</vt:lpstr>
      <vt:lpstr>Inria Serif</vt:lpstr>
      <vt:lpstr>Wingdings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32</cp:revision>
  <dcterms:created xsi:type="dcterms:W3CDTF">2022-10-05T09:41:55Z</dcterms:created>
  <dcterms:modified xsi:type="dcterms:W3CDTF">2022-10-06T11:56:14Z</dcterms:modified>
</cp:coreProperties>
</file>